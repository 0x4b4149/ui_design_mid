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Skyline Weather｜期中專題報告</dc:title>
  <dc:subject>從 weather.gov Bad UI 調查到 Django + Neon 全端實作</dc:subject>
  <dc:creator>Skyline Weather Team</dc:creator>
  <cp:keywords/>
  <dc:description>Produced from the HTML report deck; PDF is the primary submission.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